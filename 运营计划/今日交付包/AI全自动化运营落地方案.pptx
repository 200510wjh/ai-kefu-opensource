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AI全自动化运营落地方案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先跑通客服承接，再扩展获客、内容、小程序和官方 API。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今日优先级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1. 网页客服自动回复
2. 客服脚本库
3. 合规线索表
4. 文件需求雷达
5. 小程序/视频生成后续模块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为什么先用网页客服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稳定、低风控、可落库、可演示、可复制给商家。抖音开发者平台适合作为第二阶段上架入口。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AI客服闭环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客户进入网页/小程序/私域入口 -&gt; AI自动回复 -&gt; 高意向标记 -&gt; 人工跟进 -&gt; 客户线索表 -&gt; 成交复盘。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抖音小店路线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无官方权限：桌面辅助草稿。
有官方权限：接消息回调和客服发送接口。
不做绕过风控的模拟发送。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全网获客矩阵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抖音企业号、小红书案例、闲鱼服务商品、微信私域、GitHub开源、官网SEO、视频号教程。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可卖的AI项目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AI客服SaaS、客服知识库部署、主图详情图生成、短视频画布、线索表/CRM、小程序模板。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Microsoft YaHei"/>
              </a:rPr>
              <a:t>今天验收标准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F8FAFC"/>
                </a:solidFill>
                <a:latin typeface="Microsoft YaHei"/>
              </a:rPr>
              <a:t>后台可登录、网页客服能回、知识库能导入、脚本能生成、线索表/PPT/需求雷达可交付、真实聊天页可诊断。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3383280" cy="420624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Merchant AI Ops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